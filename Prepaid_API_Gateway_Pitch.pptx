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 &amp; How We Solve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005840"/>
            <a:ext cx="210312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!!!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Usage-based infrastructure (APIs, cloud, compute)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has real per-request costs...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083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Yet billing is still reactive: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76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track -&gt; analyse -&gt; invoice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44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This causes: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28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Financial risk &amp; surprise bills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126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Poor cost visibility for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96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Engineering overhead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80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custom metering &amp; billing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A7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***  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 prepaid usage layer in front of any API: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083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1. Users fund a balance upfront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2. Every request is checked in real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76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3. Credits are deducted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4. Access is automatically enforced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544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928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Billing becomes proactive: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3126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   pay -&gt; use -&gt; deduct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6967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60807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Zero credit risk. Zero surprises.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1005840"/>
            <a:ext cx="15544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lightweight prepaid API gateway that turns any API into a metered, credit-controlled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4747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[Key]  API Key 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One-click user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Unique API keys (pag_*)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Instant activation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94560"/>
            <a:ext cx="34747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79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[$]  Prepaid Credit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Top up credits anytime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558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Real-time balance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Per-request deduction (configurable)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94560"/>
            <a:ext cx="3474720" cy="20116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79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[!]  Access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Auto-reject if insufficient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558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401 / 402 HTTP status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398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No post-hoc billing disputes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4572000"/>
            <a:ext cx="3474720" cy="19202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8463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[L]  Full Audit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Every top-up &amp; deduction 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733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Timestamped +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6117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Balance = sum of deltas (auditable)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572000"/>
            <a:ext cx="3474720" cy="19202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463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&lt;/&gt;  Developer-First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FastAPI + SQLite (zero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7332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~300 lines of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61173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Browser dashboard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Target Market &amp;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1005840"/>
            <a:ext cx="265176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743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[1]  Beachhead: Indie Devs &amp; Small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Building on usage-based 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(APIs, data services, serverless)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83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Need to monetise or control usage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without building billing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100Ks of developers globally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303520" cy="2743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[2]  Expand: Enterprise FinOps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Internal API cost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243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across teams (chargeback)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083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Budget enforcement per dept/project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76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Audit &amp; compliance requirements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572000"/>
            <a:ext cx="5760720" cy="19202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846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[3]  Long-Term: Platform 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349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Multi-cloud usage control  |  API marketplaces  |  Programmable budgets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7332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117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Significantly larger TAM as infrastructure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Monetisation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0" y="1005840"/>
            <a:ext cx="265176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[%]  Take Rate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Small % of processed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(e.g. 1-3% on prepaid credits)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Revenue scales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customer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Similar to Stripe / Twilio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47472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[$]  Tiered SaaS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Free tier (low limits)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Pro tier (higher volume)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Enterprise (custom)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Based on: API calls,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active keys, managed spend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63040"/>
            <a:ext cx="3474720" cy="32004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[E]  Enterprise Contracts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Team budgets &amp;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Audit logs &amp;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SSO &amp;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Higher-value contracts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for larger organisations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029200"/>
            <a:ext cx="7589520" cy="1188720"/>
          </a:xfrm>
          <a:prstGeom prst="roundRect">
            <a:avLst/>
          </a:prstGeom>
          <a:solidFill>
            <a:srgbClr val="152A1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51663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9A7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53212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Revenue scales directly with customer usage — the more infrastructure they manage through us, the more indispensable and monetisable the product becomes.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1005840"/>
            <a:ext cx="15544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End-to-end flow: register, top up, inspect, and call a protected API — all in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65176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Register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Enter name &amp;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301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Get unique 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14215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(pag_* format)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65176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Top Up Credits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461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Pay with XRP via Xaman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6301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Scan QR code to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014215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Credits added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68880"/>
            <a:ext cx="265176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Inspect 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461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Check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301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View full 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14215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Timestamps &amp;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468880"/>
            <a:ext cx="2651760" cy="22860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Call Protected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24612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POST /api/proxy/summarise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630168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Balance checked in real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014215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1 credit deducted per 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5120640"/>
            <a:ext cx="9418320" cy="13716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39495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[&gt;_]  Under the Hood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9787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FastAPI backend  +  SQLite database  +  Vanilla JS frontend  |  ~300 lines of Python  |  Zero external dependencies for billing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28192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Every transaction logged to an append-only ledger  |  Balance = SUM(delta_credits)  |  Fully auditable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1005840"/>
            <a:ext cx="22860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9260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[*]  Now: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Xaman wallet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XRPL testnet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API key 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Credit-gated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Append-only audit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29260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  <a:latin typeface="Calibri"/>
              </a:defRPr>
            </a:pPr>
            <a:r>
              <a:t>[&gt;&gt;]  Next: On-Ramp &amp;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Fiat on-ramp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(e.g. MoonPay, Transak, Ramp)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Users pay in local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(USD, EUR, GBP, etc.)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Auto-converted to XRP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463040"/>
            <a:ext cx="3474720" cy="292608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73736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[&gt;&gt;&gt;]  Later: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Per-endpoint pricing tiers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243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Real API proxy forwarding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08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Developer dashboard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392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Rate limiting &amp; quotas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  XRPL mainnet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754880"/>
            <a:ext cx="9418320" cy="1645920"/>
          </a:xfrm>
          <a:prstGeom prst="roundRect">
            <a:avLst/>
          </a:prstGeom>
          <a:solidFill>
            <a:srgbClr val="1A152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8920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Calibri"/>
              </a:defRPr>
            </a:pPr>
            <a:r>
              <a:t>On-Ramp Currency Converter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578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Not everyone holds XRP. By integrating a fiat on-ramp (MoonPay, Transak, or similar), users can top up credits using their local currency via card or bank transfer. The on-ramp converts fiat to XRP behind the scenes, which settles on the XRPL and triggers the credit top-up — making the system accessible to any developer worldwide, regardless of crypto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